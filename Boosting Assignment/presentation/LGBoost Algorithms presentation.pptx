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630EBC-727F-4CB3-A6D0-3B0478C42164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921D0-42D6-4A6E-BE6C-B816B5C57F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299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3921D0-42D6-4A6E-BE6C-B816B5C57F5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57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33AFE5D-C02B-430A-B907-1BB79540B86A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6E6773-9E05-4924-BA76-345B680170C9}" type="slidenum">
              <a:rPr lang="en-IN" smtClean="0"/>
              <a:t>‹#›</a:t>
            </a:fld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AFE5D-C02B-430A-B907-1BB79540B86A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6773-9E05-4924-BA76-345B680170C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AFE5D-C02B-430A-B907-1BB79540B86A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6773-9E05-4924-BA76-345B680170C9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AFE5D-C02B-430A-B907-1BB79540B86A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6773-9E05-4924-BA76-345B680170C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AFE5D-C02B-430A-B907-1BB79540B86A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6773-9E05-4924-BA76-345B680170C9}" type="slidenum">
              <a:rPr lang="en-IN" smtClean="0"/>
              <a:t>‹#›</a:t>
            </a:fld>
            <a:endParaRPr lang="en-IN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AFE5D-C02B-430A-B907-1BB79540B86A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6773-9E05-4924-BA76-345B680170C9}" type="slidenum">
              <a:rPr lang="en-IN" smtClean="0"/>
              <a:t>‹#›</a:t>
            </a:fld>
            <a:endParaRPr lang="en-IN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AFE5D-C02B-430A-B907-1BB79540B86A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6773-9E05-4924-BA76-345B680170C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AFE5D-C02B-430A-B907-1BB79540B86A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6773-9E05-4924-BA76-345B680170C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AFE5D-C02B-430A-B907-1BB79540B86A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6773-9E05-4924-BA76-345B680170C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AFE5D-C02B-430A-B907-1BB79540B86A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6773-9E05-4924-BA76-345B680170C9}" type="slidenum">
              <a:rPr lang="en-IN" smtClean="0"/>
              <a:t>‹#›</a:t>
            </a:fld>
            <a:endParaRPr lang="en-IN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AFE5D-C02B-430A-B907-1BB79540B86A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E6773-9E05-4924-BA76-345B680170C9}" type="slidenum">
              <a:rPr lang="en-IN" smtClean="0"/>
              <a:t>‹#›</a:t>
            </a:fld>
            <a:endParaRPr lang="en-IN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B33AFE5D-C02B-430A-B907-1BB79540B86A}" type="datetimeFigureOut">
              <a:rPr lang="en-IN" smtClean="0"/>
              <a:t>13-05-2026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F6E6773-9E05-4924-BA76-345B680170C9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187624" y="1052736"/>
            <a:ext cx="6777318" cy="1731982"/>
          </a:xfrm>
        </p:spPr>
        <p:txBody>
          <a:bodyPr/>
          <a:lstStyle/>
          <a:p>
            <a:r>
              <a:rPr lang="en-GB" sz="4400" dirty="0" smtClean="0"/>
              <a:t>LGBOOST ALGORITHM</a:t>
            </a:r>
            <a:endParaRPr lang="en-IN" sz="44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2397442"/>
          </a:xfrm>
        </p:spPr>
        <p:txBody>
          <a:bodyPr>
            <a:normAutofit/>
          </a:bodyPr>
          <a:lstStyle/>
          <a:p>
            <a:pPr marL="342900" indent="-342900" algn="l">
              <a:buFont typeface="Arial" pitchFamily="34" charset="0"/>
              <a:buChar char="•"/>
            </a:pPr>
            <a:r>
              <a:rPr lang="en-GB" dirty="0" smtClean="0"/>
              <a:t>Definition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GB" dirty="0" smtClean="0"/>
              <a:t>Working  Principle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GB" dirty="0" smtClean="0"/>
              <a:t>Workflow Diagram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GB" dirty="0" smtClean="0"/>
              <a:t>Advantages And Disadvantages 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GB" dirty="0" smtClean="0"/>
              <a:t>Applications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6108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 smtClean="0"/>
              <a:t>LightGBM</a:t>
            </a:r>
            <a:r>
              <a:rPr lang="en-GB" dirty="0" smtClean="0"/>
              <a:t> stands for Gradient Boosting Machine</a:t>
            </a:r>
          </a:p>
          <a:p>
            <a:r>
              <a:rPr lang="en-GB" dirty="0" smtClean="0"/>
              <a:t>It is a supervised machine learning algorithm used for classification and regression problems.</a:t>
            </a:r>
          </a:p>
          <a:p>
            <a:r>
              <a:rPr lang="en-GB" dirty="0" err="1" smtClean="0"/>
              <a:t>LightGBM</a:t>
            </a:r>
            <a:r>
              <a:rPr lang="en-GB" dirty="0" smtClean="0"/>
              <a:t> is based on decision tree learning techniques.</a:t>
            </a:r>
          </a:p>
          <a:p>
            <a:r>
              <a:rPr lang="en-GB" dirty="0" smtClean="0"/>
              <a:t>It is designed for faster training speed and high performance.</a:t>
            </a:r>
          </a:p>
          <a:p>
            <a:r>
              <a:rPr lang="en-GB" dirty="0" smtClean="0"/>
              <a:t>The algorithms works efficiently with large datasets and complex data.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 smtClean="0"/>
              <a:t>DEFINITON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767077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First, the algorithm takes the input training dataset.</a:t>
            </a:r>
          </a:p>
          <a:p>
            <a:r>
              <a:rPr lang="en-GB" dirty="0" smtClean="0"/>
              <a:t>It creates a decision tree to make predictions.</a:t>
            </a:r>
          </a:p>
          <a:p>
            <a:r>
              <a:rPr lang="en-GB" dirty="0" smtClean="0"/>
              <a:t>Errors between actual and predicted values are calculated.</a:t>
            </a:r>
          </a:p>
          <a:p>
            <a:r>
              <a:rPr lang="en-GB" dirty="0" smtClean="0"/>
              <a:t>New trees are created to reduce previous error.</a:t>
            </a:r>
          </a:p>
          <a:p>
            <a:r>
              <a:rPr lang="en-GB" dirty="0" err="1" smtClean="0"/>
              <a:t>LightGBM</a:t>
            </a:r>
            <a:r>
              <a:rPr lang="en-GB" dirty="0" smtClean="0"/>
              <a:t> grows trees leaf-wise instead of level-wise for better accuracy.</a:t>
            </a:r>
          </a:p>
          <a:p>
            <a:r>
              <a:rPr lang="en-GB" dirty="0" smtClean="0"/>
              <a:t>Finally, all trees are combined to produce the final prediction model.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 smtClean="0"/>
              <a:t>WORKING PRINCILE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478582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91680" y="116632"/>
            <a:ext cx="52052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 smtClean="0"/>
              <a:t>Workflow Diagram:</a:t>
            </a:r>
            <a:endParaRPr lang="en-IN" sz="4400" dirty="0"/>
          </a:p>
        </p:txBody>
      </p:sp>
      <p:sp>
        <p:nvSpPr>
          <p:cNvPr id="5" name="Rectangle 4"/>
          <p:cNvSpPr/>
          <p:nvPr/>
        </p:nvSpPr>
        <p:spPr>
          <a:xfrm>
            <a:off x="2811962" y="1484784"/>
            <a:ext cx="2520280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Input Data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2843808" y="2492896"/>
            <a:ext cx="252028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Decision Tree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2843808" y="3573016"/>
            <a:ext cx="252028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Error Analysis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2843808" y="4653136"/>
            <a:ext cx="252028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Leaf-wise Tree Growth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2843808" y="5661248"/>
            <a:ext cx="252028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Strong Model</a:t>
            </a:r>
            <a:endParaRPr lang="en-IN" dirty="0"/>
          </a:p>
        </p:txBody>
      </p:sp>
      <p:sp>
        <p:nvSpPr>
          <p:cNvPr id="11" name="Down Arrow 10"/>
          <p:cNvSpPr/>
          <p:nvPr/>
        </p:nvSpPr>
        <p:spPr>
          <a:xfrm>
            <a:off x="4043359" y="1988840"/>
            <a:ext cx="45719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Down Arrow 11"/>
          <p:cNvSpPr/>
          <p:nvPr/>
        </p:nvSpPr>
        <p:spPr>
          <a:xfrm>
            <a:off x="4043359" y="3068960"/>
            <a:ext cx="45719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Down Arrow 12"/>
          <p:cNvSpPr/>
          <p:nvPr/>
        </p:nvSpPr>
        <p:spPr>
          <a:xfrm>
            <a:off x="4043359" y="4149080"/>
            <a:ext cx="45719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Down Arrow 13"/>
          <p:cNvSpPr/>
          <p:nvPr/>
        </p:nvSpPr>
        <p:spPr>
          <a:xfrm>
            <a:off x="4072102" y="5229200"/>
            <a:ext cx="45719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569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 smtClean="0"/>
              <a:t>LightGBM</a:t>
            </a:r>
            <a:r>
              <a:rPr lang="en-GB" dirty="0" smtClean="0"/>
              <a:t> provides faster training speed compared to many boosting algorithms.</a:t>
            </a:r>
          </a:p>
          <a:p>
            <a:r>
              <a:rPr lang="en-GB" dirty="0" smtClean="0"/>
              <a:t>It works efficiently with large datasets and high-dimensional data.</a:t>
            </a:r>
          </a:p>
          <a:p>
            <a:r>
              <a:rPr lang="en-GB" dirty="0" smtClean="0"/>
              <a:t>The algorithm gives high prediction accuracy.</a:t>
            </a:r>
          </a:p>
          <a:p>
            <a:r>
              <a:rPr lang="en-GB" dirty="0" smtClean="0"/>
              <a:t>It uses less memory and supports parallel learning.</a:t>
            </a:r>
          </a:p>
          <a:p>
            <a:r>
              <a:rPr lang="en-GB" dirty="0" err="1" smtClean="0"/>
              <a:t>LightGBM</a:t>
            </a:r>
            <a:r>
              <a:rPr lang="en-GB" dirty="0" smtClean="0"/>
              <a:t> handles large-scale machine learning tasks effectively.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 smtClean="0"/>
              <a:t>ADVANTAGES OF LGBOOST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135407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 smtClean="0"/>
              <a:t>LightGBM</a:t>
            </a:r>
            <a:r>
              <a:rPr lang="en-GB" dirty="0" smtClean="0"/>
              <a:t> may </a:t>
            </a:r>
            <a:r>
              <a:rPr lang="en-GB" dirty="0" err="1" smtClean="0"/>
              <a:t>overfit</a:t>
            </a:r>
            <a:r>
              <a:rPr lang="en-GB" dirty="0" smtClean="0"/>
              <a:t> small </a:t>
            </a:r>
            <a:r>
              <a:rPr lang="en-GB" dirty="0" err="1" smtClean="0"/>
              <a:t>datsets</a:t>
            </a:r>
            <a:r>
              <a:rPr lang="en-GB" dirty="0" smtClean="0"/>
              <a:t> easily.</a:t>
            </a:r>
          </a:p>
          <a:p>
            <a:r>
              <a:rPr lang="en-GB" dirty="0" smtClean="0"/>
              <a:t>Parameter tuning can be difficult for beginners.</a:t>
            </a:r>
          </a:p>
          <a:p>
            <a:r>
              <a:rPr lang="en-GB" dirty="0" smtClean="0"/>
              <a:t>The algorithm is sensitive to noisy data.</a:t>
            </a:r>
          </a:p>
          <a:p>
            <a:r>
              <a:rPr lang="en-GB" dirty="0" smtClean="0"/>
              <a:t>Understanding the internal working process can be complex.</a:t>
            </a:r>
          </a:p>
          <a:p>
            <a:r>
              <a:rPr lang="en-GB" dirty="0" smtClean="0"/>
              <a:t>It may not perform well with very small datasets.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 smtClean="0"/>
              <a:t>DISADVANTAGES OF LGBOOST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38772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err="1" smtClean="0"/>
              <a:t>LightGBM</a:t>
            </a:r>
            <a:r>
              <a:rPr lang="en-GB" dirty="0" smtClean="0"/>
              <a:t> is used in fraud detection system in banking sectors.</a:t>
            </a:r>
          </a:p>
          <a:p>
            <a:r>
              <a:rPr lang="en-GB" dirty="0" smtClean="0"/>
              <a:t>It is used for customer churn prediction in telecom companies.</a:t>
            </a:r>
          </a:p>
          <a:p>
            <a:r>
              <a:rPr lang="en-GB" dirty="0" smtClean="0"/>
              <a:t>Healthcare systems use </a:t>
            </a:r>
            <a:r>
              <a:rPr lang="en-GB" dirty="0" err="1" smtClean="0"/>
              <a:t>LightGBM</a:t>
            </a:r>
            <a:r>
              <a:rPr lang="en-GB" dirty="0" smtClean="0"/>
              <a:t> for disease prediction and diagnosis.</a:t>
            </a:r>
          </a:p>
          <a:p>
            <a:r>
              <a:rPr lang="en-GB" dirty="0" smtClean="0"/>
              <a:t>Financial organizations use </a:t>
            </a:r>
            <a:r>
              <a:rPr lang="en-GB" dirty="0" err="1" smtClean="0"/>
              <a:t>LightGBM</a:t>
            </a:r>
            <a:r>
              <a:rPr lang="en-GB" dirty="0" smtClean="0"/>
              <a:t> for credit risk analysis.</a:t>
            </a:r>
          </a:p>
          <a:p>
            <a:r>
              <a:rPr lang="en-GB" dirty="0" smtClean="0"/>
              <a:t>It is used in recommendation systems for online platform. 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 smtClean="0"/>
              <a:t>APPLICATION OF LGBOOST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9480957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42</TotalTime>
  <Words>288</Words>
  <Application>Microsoft Office PowerPoint</Application>
  <PresentationFormat>On-screen Show (4:3)</PresentationFormat>
  <Paragraphs>44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Hardcover</vt:lpstr>
      <vt:lpstr>LGBOOST ALGORITHM</vt:lpstr>
      <vt:lpstr>DEFINITON</vt:lpstr>
      <vt:lpstr>WORKING PRINCILE</vt:lpstr>
      <vt:lpstr>PowerPoint Presentation</vt:lpstr>
      <vt:lpstr>ADVANTAGES OF LGBOOST</vt:lpstr>
      <vt:lpstr>DISADVANTAGES OF LGBOOST</vt:lpstr>
      <vt:lpstr>APPLICATION OF LGBOOST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LGBOOST ALGORITHM</dc:title>
  <dc:creator>DELL</dc:creator>
  <cp:lastModifiedBy>DELL</cp:lastModifiedBy>
  <cp:revision>4</cp:revision>
  <dcterms:created xsi:type="dcterms:W3CDTF">2026-05-13T07:55:00Z</dcterms:created>
  <dcterms:modified xsi:type="dcterms:W3CDTF">2026-05-13T08:37:39Z</dcterms:modified>
</cp:coreProperties>
</file>