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E4A548-6ED9-43CF-8954-D895F8C79A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5497CD4-65E0-41F6-A9F9-32BBAA8B603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484785"/>
            <a:ext cx="5637010" cy="576064"/>
          </a:xfrm>
        </p:spPr>
        <p:txBody>
          <a:bodyPr>
            <a:normAutofit/>
          </a:bodyPr>
          <a:lstStyle/>
          <a:p>
            <a:r>
              <a:rPr lang="en-GB" sz="2400" dirty="0" smtClean="0"/>
              <a:t>Definition of </a:t>
            </a:r>
            <a:r>
              <a:rPr lang="en-GB" sz="2400" dirty="0" err="1" smtClean="0"/>
              <a:t>XGBoost</a:t>
            </a:r>
            <a:r>
              <a:rPr lang="en-GB" sz="2400" dirty="0" smtClean="0"/>
              <a:t>:</a:t>
            </a:r>
          </a:p>
          <a:p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592" y="332656"/>
            <a:ext cx="7128792" cy="792088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XGBOOST ALGORITHM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259632" y="2202590"/>
            <a:ext cx="77768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 err="1" smtClean="0"/>
              <a:t>XGBoost</a:t>
            </a:r>
            <a:r>
              <a:rPr lang="en-GB" dirty="0" smtClean="0"/>
              <a:t> stands for Extreme Gradient Boosting.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It is supervised machine learning algorithm used for classification and regression problems.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 </a:t>
            </a:r>
            <a:r>
              <a:rPr lang="en-GB" dirty="0" err="1" smtClean="0"/>
              <a:t>XGBoost</a:t>
            </a:r>
            <a:r>
              <a:rPr lang="en-GB" dirty="0" smtClean="0"/>
              <a:t> combines multiple decision tree to create a strong prediction model.  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It improves prediction accuracy using gradient boosting techniques.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The algorithm is fast, efficient and widely used in machine learning application.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22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333375"/>
            <a:ext cx="5661025" cy="536575"/>
          </a:xfrm>
        </p:spPr>
        <p:txBody>
          <a:bodyPr>
            <a:normAutofit/>
          </a:bodyPr>
          <a:lstStyle/>
          <a:p>
            <a:r>
              <a:rPr lang="en-GB" sz="2400" dirty="0" smtClean="0"/>
              <a:t>Working Principle Of </a:t>
            </a:r>
            <a:r>
              <a:rPr lang="en-GB" sz="2400" dirty="0" err="1" smtClean="0"/>
              <a:t>XGBoost</a:t>
            </a:r>
            <a:r>
              <a:rPr lang="en-GB" sz="2400" dirty="0"/>
              <a:t>:</a:t>
            </a:r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403648" y="1342187"/>
            <a:ext cx="6840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First, the algorithm creates an initial prediction model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It calculates the error between actual and predicted values.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A new decision tree is created to reduce the previous error.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Each new tree focuses on correcting earlier mistakes.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Multiple trees are added </a:t>
            </a:r>
            <a:r>
              <a:rPr lang="en-GB" dirty="0" err="1" smtClean="0"/>
              <a:t>sequenting</a:t>
            </a:r>
            <a:r>
              <a:rPr lang="en-GB" dirty="0" smtClean="0"/>
              <a:t> to improve accuracy.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Finally, all decision trees are combined to produce the final prediction.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50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404664"/>
            <a:ext cx="4035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 smtClean="0"/>
              <a:t>XGBoost</a:t>
            </a:r>
            <a:r>
              <a:rPr lang="en-GB" sz="2400" dirty="0" smtClean="0"/>
              <a:t> Workflow Diagram:</a:t>
            </a:r>
            <a:endParaRPr lang="en-IN" sz="2400" dirty="0"/>
          </a:p>
        </p:txBody>
      </p:sp>
      <p:sp>
        <p:nvSpPr>
          <p:cNvPr id="7" name="Rectangle 6"/>
          <p:cNvSpPr/>
          <p:nvPr/>
        </p:nvSpPr>
        <p:spPr>
          <a:xfrm>
            <a:off x="3275856" y="1340768"/>
            <a:ext cx="23042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Input Data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275856" y="2348880"/>
            <a:ext cx="237626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Decision Tree 1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275856" y="3284984"/>
            <a:ext cx="23762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Error Analysis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3275856" y="4293096"/>
            <a:ext cx="23762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Decision Tree 2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275856" y="5373216"/>
            <a:ext cx="2376264" cy="529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Strong Model</a:t>
            </a:r>
            <a:endParaRPr lang="en-IN" dirty="0"/>
          </a:p>
        </p:txBody>
      </p:sp>
      <p:sp>
        <p:nvSpPr>
          <p:cNvPr id="12" name="Down Arrow 11"/>
          <p:cNvSpPr/>
          <p:nvPr/>
        </p:nvSpPr>
        <p:spPr>
          <a:xfrm flipH="1">
            <a:off x="4365692" y="1854459"/>
            <a:ext cx="7200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4391981" y="2852936"/>
            <a:ext cx="4571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4355977" y="3861048"/>
            <a:ext cx="4571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Down Arrow 14"/>
          <p:cNvSpPr/>
          <p:nvPr/>
        </p:nvSpPr>
        <p:spPr>
          <a:xfrm>
            <a:off x="4378836" y="4869160"/>
            <a:ext cx="58864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5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476672"/>
            <a:ext cx="3501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Advantages Of </a:t>
            </a:r>
            <a:r>
              <a:rPr lang="en-GB" sz="2400" dirty="0" err="1" smtClean="0"/>
              <a:t>XGBoost</a:t>
            </a:r>
            <a:r>
              <a:rPr lang="en-GB" sz="2400" dirty="0" smtClean="0"/>
              <a:t>:</a:t>
            </a:r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907704" y="1484784"/>
            <a:ext cx="68595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 err="1" smtClean="0"/>
              <a:t>XGBoost</a:t>
            </a:r>
            <a:r>
              <a:rPr lang="en-GB" dirty="0" smtClean="0"/>
              <a:t> provides high prediction accuracy.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It works efficiently with large dataset.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The algorithm handles missing values automatically.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It reduces </a:t>
            </a:r>
            <a:r>
              <a:rPr lang="en-GB" dirty="0" err="1" smtClean="0"/>
              <a:t>overfitting</a:t>
            </a:r>
            <a:r>
              <a:rPr lang="en-GB" dirty="0" smtClean="0"/>
              <a:t> using regularization techniques.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err="1" smtClean="0"/>
              <a:t>XGBoost</a:t>
            </a:r>
            <a:r>
              <a:rPr lang="en-GB" dirty="0" smtClean="0"/>
              <a:t> support both classification and regression problems.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45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692696"/>
            <a:ext cx="3972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Disadvantages Of </a:t>
            </a:r>
            <a:r>
              <a:rPr lang="en-GB" sz="2400" dirty="0" err="1" smtClean="0"/>
              <a:t>XGBoost</a:t>
            </a:r>
            <a:r>
              <a:rPr lang="en-GB" sz="2400" dirty="0" smtClean="0"/>
              <a:t>:</a:t>
            </a:r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907704" y="1700808"/>
            <a:ext cx="66967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 err="1" smtClean="0"/>
              <a:t>XGBoost</a:t>
            </a:r>
            <a:r>
              <a:rPr lang="en-GB" dirty="0" smtClean="0"/>
              <a:t> is more complex than simple machine learning techniques.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Training requires more memory and computational power.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Parameter tuning can be difficult for beginners.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The model may become slow for very large dataset.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Understanding the internal process can be challenging.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endParaRPr lang="en-GB" dirty="0" smtClean="0"/>
          </a:p>
          <a:p>
            <a:r>
              <a:rPr lang="en-GB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35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89855"/>
            <a:ext cx="3498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Application Of </a:t>
            </a:r>
            <a:r>
              <a:rPr lang="en-GB" sz="2400" dirty="0" err="1" smtClean="0"/>
              <a:t>XGBoost</a:t>
            </a:r>
            <a:r>
              <a:rPr lang="en-GB" sz="2400" dirty="0" smtClean="0"/>
              <a:t>:</a:t>
            </a:r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835696" y="1052736"/>
            <a:ext cx="68919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 err="1" smtClean="0"/>
              <a:t>XGBoost</a:t>
            </a:r>
            <a:r>
              <a:rPr lang="en-GB" dirty="0" smtClean="0"/>
              <a:t> is used in fraud detection systems in banking sectors.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It is used in customer churn prediction for telecom companies.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Healthcare system use </a:t>
            </a:r>
            <a:r>
              <a:rPr lang="en-GB" dirty="0" err="1" smtClean="0"/>
              <a:t>XGBoost</a:t>
            </a:r>
            <a:r>
              <a:rPr lang="en-GB" dirty="0" smtClean="0"/>
              <a:t> for disease prediction and diagnosis.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It is used in recommendation system for online platform.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Financial organization use </a:t>
            </a:r>
            <a:r>
              <a:rPr lang="en-GB" dirty="0" err="1" smtClean="0"/>
              <a:t>XGBoost</a:t>
            </a:r>
            <a:r>
              <a:rPr lang="en-GB" dirty="0" smtClean="0"/>
              <a:t> for credit risk analysis.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err="1" smtClean="0"/>
              <a:t>XGBoost</a:t>
            </a:r>
            <a:r>
              <a:rPr lang="en-GB" dirty="0" smtClean="0"/>
              <a:t> is used in sales forecasting and business analysis.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err="1" smtClean="0"/>
              <a:t>Cybersecurity</a:t>
            </a:r>
            <a:r>
              <a:rPr lang="en-GB" dirty="0"/>
              <a:t> </a:t>
            </a:r>
            <a:r>
              <a:rPr lang="en-GB" dirty="0" smtClean="0"/>
              <a:t>systems use </a:t>
            </a:r>
            <a:r>
              <a:rPr lang="en-GB" dirty="0" err="1" smtClean="0"/>
              <a:t>XGBoost</a:t>
            </a:r>
            <a:r>
              <a:rPr lang="en-GB" dirty="0" smtClean="0"/>
              <a:t> for threat detection.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 smtClean="0"/>
              <a:t>E-commerce platform use </a:t>
            </a:r>
            <a:r>
              <a:rPr lang="en-GB" dirty="0" err="1" smtClean="0"/>
              <a:t>XGBoost</a:t>
            </a:r>
            <a:r>
              <a:rPr lang="en-GB" dirty="0" smtClean="0"/>
              <a:t> for customer behaviour prediction.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44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55</TotalTime>
  <Words>315</Words>
  <Application>Microsoft Office PowerPoint</Application>
  <PresentationFormat>On-screen Show (4:3)</PresentationFormat>
  <Paragraphs>68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Slipstream</vt:lpstr>
      <vt:lpstr>XGBOOST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 ALGORITHM</dc:title>
  <dc:creator>DELL</dc:creator>
  <cp:lastModifiedBy>DELL</cp:lastModifiedBy>
  <cp:revision>6</cp:revision>
  <dcterms:created xsi:type="dcterms:W3CDTF">2026-05-13T06:59:27Z</dcterms:created>
  <dcterms:modified xsi:type="dcterms:W3CDTF">2026-05-13T07:54:30Z</dcterms:modified>
</cp:coreProperties>
</file>